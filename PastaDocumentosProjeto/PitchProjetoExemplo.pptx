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D2EFD-9C09-46AD-AD61-AD547E20E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098459-4B5A-4FC6-A238-9C4702D93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24CED-3568-4AD7-B59C-8663F5583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39C55-2B9B-4825-80A8-7069373081E0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24553-8346-4344-BCAB-D51BA8428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C4A12-2A86-4F54-B8B8-968596954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2DFE9-B421-4A54-B07B-DE1DCB7DA22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8652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5FCDB-2A9F-4320-923B-5648DB2AD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21FAE-B5DD-4E68-B7AE-460B8B556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46976-91A6-4634-A879-B23391DD5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39C55-2B9B-4825-80A8-7069373081E0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E3AF1-8F6F-4CD1-B028-54D4D0F77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BFF91-31F4-44F3-886B-F35057D72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2DFE9-B421-4A54-B07B-DE1DCB7DA22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043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B1996-0A67-426A-A231-3D46257A9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B7A55-C263-4D3B-896F-80DBADCEC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E49D8-6578-448C-AEF9-DDA83B02F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39C55-2B9B-4825-80A8-7069373081E0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C9012-BCD7-4117-A4F5-5D3B87576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1C4CC-D7CE-45B2-BEC1-FC4FFC0B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2DFE9-B421-4A54-B07B-DE1DCB7DA22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0858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32FCE-9AF4-4EB0-8387-1F1CAD1A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E472F-36EA-4296-99C3-E0CD5EF1D5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F8757B-A836-4F1D-84DE-F0918AF6D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1E8E2B-1E87-4127-81D6-962512B42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39C55-2B9B-4825-80A8-7069373081E0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13FA9-F9B3-4DD5-B70B-C24ECF2A6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F58CE8-4DB0-4C53-B6F8-D400291A3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2DFE9-B421-4A54-B07B-DE1DCB7DA22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5284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5118E-E30F-4043-BA56-B4F221939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F2029-A989-4C7F-9404-1EC564032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CB11B-302F-4415-A1A2-A88FE1623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D818DD-6256-40EA-8EF6-D0E2D45562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F98B56-34FE-4AAE-ADE8-6E20A1A7A0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4B5028-EBD9-4338-8F09-E21DF2CF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39C55-2B9B-4825-80A8-7069373081E0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9AC091-4CF0-46C2-B3CC-C1935517A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EBB316-593F-4AA1-BED7-A82EE2347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2DFE9-B421-4A54-B07B-DE1DCB7DA22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2506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C373D-9D5C-45E0-AE05-5E1686F87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7307B8-B09C-4C41-9949-D760146AC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39C55-2B9B-4825-80A8-7069373081E0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61C49D-A8A3-45A8-BD71-E9C582313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5F289F-73BA-4C50-934F-C2EE778F3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2DFE9-B421-4A54-B07B-DE1DCB7DA22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7336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677F0-25FF-4BDE-966A-077D9CED0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39C55-2B9B-4825-80A8-7069373081E0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62360A-08EC-41B2-ADD0-BF266C79C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69B9A-8835-40B4-B67E-AD9DFA212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2DFE9-B421-4A54-B07B-DE1DCB7DA22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5059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17DF0-397F-4A23-8498-36D384B77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A230B-4225-4CEF-9D83-BFFE4E272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44585-4350-4356-B492-B2527D061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CEC6D8-180F-4208-B556-D2799B88E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39C55-2B9B-4825-80A8-7069373081E0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5B18B-78E2-4A57-8963-07326E3AE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D6836-CD5A-4893-B45A-7A856F8DB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2DFE9-B421-4A54-B07B-DE1DCB7DA22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7639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7693F-C87D-462B-BE34-F5D115E5F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836AE7-B746-4EF3-9A05-DE0DC3B2FC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51CFB0-D4FC-45D0-B7A3-1D08010F3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2D734-5C7F-4A2D-A6DA-52C1C106C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39C55-2B9B-4825-80A8-7069373081E0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507E5-9FE2-4967-AD98-27B77AE0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DA632-9CF7-4A5D-92AC-EBF10545E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2DFE9-B421-4A54-B07B-DE1DCB7DA22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0594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FF3DF-6B91-4994-AACE-380ECE9E6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8A0C10-3954-4326-9D52-48EB0B338D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8865B-A9E3-4E38-8AD9-EAA150C36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39C55-2B9B-4825-80A8-7069373081E0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6CA79-9FBA-4500-BAAB-89FA7A4ED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7EE91-F523-41E9-A3D2-1827A3014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2DFE9-B421-4A54-B07B-DE1DCB7DA22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3155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1BCACA-C00A-4F45-85BB-4CE8C65137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A06E2-157B-4E29-8DCF-9CB9810C90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98802-5E92-464C-B675-EF1C70D71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39C55-2B9B-4825-80A8-7069373081E0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1A6EE-3A11-4BC9-8F0B-4C036B104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72F84-AD24-4D6E-9800-0F733EBB8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2DFE9-B421-4A54-B07B-DE1DCB7DA22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5109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320DE-83C4-4ADA-BE59-2E53449BC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5FDF3-D86B-4C08-B9ED-981C12E03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15017-AB26-4E3F-A844-354D955435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39C55-2B9B-4825-80A8-7069373081E0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A45F4-E5BC-4C45-B69B-0F5FA5747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A468F-184C-4E23-A774-A41968D7E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22DFE9-B421-4A54-B07B-DE1DCB7DA22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8947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1E9CB-17B2-4CC7-97F8-F16C73EE11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Projeto </a:t>
            </a:r>
            <a:r>
              <a:rPr lang="pt-BR" dirty="0" err="1"/>
              <a:t>GitFlow</a:t>
            </a:r>
            <a:endParaRPr lang="pt-B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60BCF8-4CCF-4C68-B188-AD25CF25FC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Exemplo de uso</a:t>
            </a:r>
          </a:p>
        </p:txBody>
      </p:sp>
    </p:spTree>
    <p:extLst>
      <p:ext uri="{BB962C8B-B14F-4D97-AF65-F5344CB8AC3E}">
        <p14:creationId xmlns:p14="http://schemas.microsoft.com/office/powerpoint/2010/main" val="543384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Projeto GitFlow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GitFlow</dc:title>
  <dc:creator>Administrator</dc:creator>
  <cp:lastModifiedBy>Laboratório FIAP</cp:lastModifiedBy>
  <cp:revision>2</cp:revision>
  <dcterms:created xsi:type="dcterms:W3CDTF">2026-04-07T14:25:06Z</dcterms:created>
  <dcterms:modified xsi:type="dcterms:W3CDTF">2026-04-07T14:25:36Z</dcterms:modified>
</cp:coreProperties>
</file>